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D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286000"/>
            <a:ext cx="2560320" cy="548640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320040" cy="320040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502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JobSwipe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matching app for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D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underserved majority.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Tinder-style career app built for Japan's mid-tier university and high school graduates — the students existing platforms weren't designed for.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Pitch  ·  April 2026  ·  [Your Name]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28600" cy="228600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347472"/>
            <a:ext cx="82296" cy="82296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JobSwipe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77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 See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job-hunting tools optimize for name-brand university students.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03120"/>
            <a:ext cx="2651760" cy="73152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Elite-brand bias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platforms (Mynavi, Rikunabi) surface companies that hire from name-brand universities. Mid-tier and high school students often scroll past jobs they cannot realistically get.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1031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103120"/>
            <a:ext cx="2651760" cy="73152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friction, low fit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0440" y="278892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entry sheets and SPI tests cost hours per company, even when the match is poor. Students with less career support give up earlier.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1031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103120"/>
            <a:ext cx="2651760" cy="73152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Opaque culture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278892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show only title and salary. Work style, growth orientation, and team feel — what actually predicts retention — are invisible until the interview.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observations from talking to peers and reviewing public materials — not measured market research. Validation is part of the plan (slide 9).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28600" cy="228600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347472"/>
            <a:ext cx="82296" cy="82296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JobSwipe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77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existing platforms overlook.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931920" cy="2468880"/>
          </a:xfrm>
          <a:prstGeom prst="rect">
            <a:avLst/>
          </a:prstGeom>
          <a:solidFill>
            <a:srgbClr val="1F5D8A"/>
          </a:solidFill>
          <a:ln w="12700">
            <a:solidFill>
              <a:srgbClr val="1F5D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0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build for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 and below university students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non-top-tier private and regional universities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graduates entering the workforce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seeking first-time full-time employment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Vocational and junior college students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148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77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segment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587752"/>
            <a:ext cx="219456" cy="219456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5603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D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2532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&amp; underserved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28163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segment represents a substantial share of Japan's new workforce entrants each year, yet most hiring UX is clearly tuned for top-tier recruiting.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291840"/>
            <a:ext cx="219456" cy="219456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26440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D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3236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brand gatekeeping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3520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hiring from this pool care more about fit than pedigree — a profile-based swipe match fits their actual selection logic.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995928"/>
            <a:ext cx="219456" cy="219456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96849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D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39410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Mobile-native behavior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74920" y="42245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segment lives on phones. Swipe UX removes the friction that keeps them off desktop job portals.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28600" cy="228600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347472"/>
            <a:ext cx="82296" cy="82296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JobSwipe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77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Swipe, match, apply in minutes.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mobile-first matching app where students evaluate companies on the attributes they actually care about — salary range, location, culture — and recruiters review real profiles instead of essays.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1005840"/>
            <a:ext cx="2011680" cy="3566160"/>
          </a:xfrm>
          <a:prstGeom prst="roundRect">
            <a:avLst>
              <a:gd name="adj" fmla="val 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93408" y="1115568"/>
            <a:ext cx="1792224" cy="3346704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1371600"/>
            <a:ext cx="1463040" cy="1920240"/>
          </a:xfrm>
          <a:prstGeom prst="roundRect">
            <a:avLst>
              <a:gd name="adj" fmla="val 6250"/>
            </a:avLst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6459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8000" dirty="0"/>
          </a:p>
        </p:txBody>
      </p:sp>
      <p:sp>
        <p:nvSpPr>
          <p:cNvPr id="13" name="Text 11"/>
          <p:cNvSpPr/>
          <p:nvPr/>
        </p:nvSpPr>
        <p:spPr>
          <a:xfrm>
            <a:off x="681228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Co., Ltd.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12280" y="36393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77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¥280〜360万 / Tokyo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995160" y="397764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3959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772400" y="3977640"/>
            <a:ext cx="411480" cy="411480"/>
          </a:xfrm>
          <a:prstGeom prst="ellipse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3959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365760" cy="365760"/>
          </a:xfrm>
          <a:prstGeom prst="ellipse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289864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right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save a company to your shortlist.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40156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apply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reusable profile — photo, MBTI, self-PR, resume.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365760" cy="365760"/>
          </a:xfrm>
          <a:prstGeom prst="ellipse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90448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match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direct chat between student and recruiter.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28600" cy="228600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347472"/>
            <a:ext cx="82296" cy="82296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JobSwipe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77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Principles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feature is about reducing time-to-signal.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48840"/>
            <a:ext cx="73152" cy="1051560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Salary shown up front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6243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range on every card. Removes the most common frustration for this segment.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14884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148840"/>
            <a:ext cx="73152" cy="1051560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Culture tags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6243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company labeled with culture attributes (work-life, growth, team, tech).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214884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148840"/>
            <a:ext cx="73152" cy="1051560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profile, many applications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6243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resume, MBTI, self-PR — reused across every company. No rewriting essays.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337560"/>
            <a:ext cx="73152" cy="1051560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filters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38130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industry, minimum salary — stored in the student's settings.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33756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337560"/>
            <a:ext cx="73152" cy="1051560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In-app chat on match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20440" y="38130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conversation once both sides opt in. No recruiter-only outreach.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33756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3337560"/>
            <a:ext cx="73152" cy="1051560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tracker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38130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Amazon-style pipeline: applied → reviewing → interview → matched.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28600" cy="228600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347472"/>
            <a:ext cx="82296" cy="82296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JobSwipe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77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for students. Success-fee from companies.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03120"/>
            <a:ext cx="4114800" cy="91440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always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774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swipes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profile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chat with matched recruiters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103120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2103120"/>
            <a:ext cx="4114800" cy="91440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Companies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7492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 hire only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9516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D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¥500,000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95160" y="2816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successful hire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4920" y="3154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unlimited job cards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applications &amp; profiles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messaging with candidates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monthly subscription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28600" cy="228600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347472"/>
            <a:ext cx="82296" cy="82296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JobSwipe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77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Positioned where incumbents don't compete.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5720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2103120"/>
            <a:ext cx="0" cy="2468880"/>
          </a:xfrm>
          <a:prstGeom prst="line">
            <a:avLst/>
          </a:prstGeom>
          <a:noFill/>
          <a:ln w="12700">
            <a:solidFill>
              <a:srgbClr val="E5E7E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57200" y="3337560"/>
            <a:ext cx="4572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743200" y="4590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Top-tier focus →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590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Mid/lower-tier focus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" y="21031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Low-friction UX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" y="429768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High-friction UX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13632" y="3845052"/>
            <a:ext cx="219456" cy="21945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38176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Mynavi / Rikunabi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70832" y="2857500"/>
            <a:ext cx="219456" cy="21945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8300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33272" y="4091940"/>
            <a:ext cx="219456" cy="21945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40645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261872" y="2487168"/>
            <a:ext cx="219456" cy="219456"/>
          </a:xfrm>
          <a:prstGeom prst="ellipse">
            <a:avLst/>
          </a:prstGeom>
          <a:solidFill>
            <a:srgbClr val="FFD100"/>
          </a:solidFill>
          <a:ln w="25400">
            <a:solidFill>
              <a:srgbClr val="1F5D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24597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JobSwipe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77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JobSwipe fits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Mid/lower-tier focus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2788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Mynavi and Rikunabi have volume but reward elite-school signal; LinkedIn skews mid-career.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Mobile-first, swipe UX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3474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Work and public listings are text-heavy and desktop-era. This segment lives on phones.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0" y="3886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Success-fee only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4160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upfront cost to companies lowers the barrier for SMBs who hire this segment.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28600" cy="228600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347472"/>
            <a:ext cx="82296" cy="82296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JobSwipe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77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prototype. Not yet launched.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822960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2157984"/>
            <a:ext cx="219456" cy="219456"/>
          </a:xfrm>
          <a:prstGeom prst="ellipse">
            <a:avLst/>
          </a:prstGeom>
          <a:solidFill>
            <a:srgbClr val="FFD100"/>
          </a:solidFill>
          <a:ln w="25400">
            <a:solidFill>
              <a:srgbClr val="1F5D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-36576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04872" y="2157984"/>
            <a:ext cx="219456" cy="219456"/>
          </a:xfrm>
          <a:prstGeom prst="ellipse">
            <a:avLst/>
          </a:prstGeom>
          <a:solidFill>
            <a:srgbClr val="FFD100"/>
          </a:solidFill>
          <a:ln w="25400">
            <a:solidFill>
              <a:srgbClr val="1F5D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62272" y="2157984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beta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19672" y="2157984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77072" y="2157984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hire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08960"/>
            <a:ext cx="73152" cy="1463040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so far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5661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card UI (web, mobile-optimized)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 with photo, resume, MBTI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Favorites, apply, chat, progress tracker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/ industry / salary filters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10896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108960"/>
            <a:ext cx="73152" cy="1463040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yet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35661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users — app has not been released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signed company partnerships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validated demand data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/ Android apps not built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28600" cy="228600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347472"/>
            <a:ext cx="82296" cy="82296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JobSwipe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77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to Learn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hypotheses to test before scaling.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48840"/>
            <a:ext cx="91440" cy="731520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H1. Students want this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0" y="22585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prototype to 30 students at mid-tier universities and high schools. Measure: 'Would you use this instead of Mynavi?' and observe first-session swipe depth.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90088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90088"/>
            <a:ext cx="91440" cy="731520"/>
          </a:xfrm>
          <a:prstGeom prst="rect">
            <a:avLst/>
          </a:prstGeom>
          <a:solidFill>
            <a:srgbClr val="1F5D8A"/>
          </a:solidFill>
          <a:ln w="12700">
            <a:solidFill>
              <a:srgbClr val="1F5D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815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H2. Companies will pay on success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309981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20 SMBs hiring this segment. Measure willingness to sign a ¥500K-per-hire agreement with no upfront cost.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31336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31336"/>
            <a:ext cx="91440" cy="731520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92277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H3. Match quality is better than resumes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08960" y="394106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10 interviews resulting from swipes, ask recruiters: 'Was this a better-fit candidate than your last Mynavi applicant?' Target: ≥60% yes.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77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is cheap and bounded. If any hypothesis fails, the model changes — not the other way around.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28600" cy="228600"/>
          </a:xfrm>
          <a:prstGeom prst="rect">
            <a:avLst/>
          </a:prstGeom>
          <a:solidFill>
            <a:srgbClr val="2774AE"/>
          </a:solidFill>
          <a:ln w="12700">
            <a:solidFill>
              <a:srgbClr val="2774A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347472"/>
            <a:ext cx="82296" cy="82296"/>
          </a:xfrm>
          <a:prstGeom prst="ellipse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JobSwipe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77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Open Questions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could kill this idea.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03120"/>
            <a:ext cx="4114800" cy="73152"/>
          </a:xfrm>
          <a:prstGeom prst="rect">
            <a:avLst/>
          </a:prstGeom>
          <a:solidFill>
            <a:srgbClr val="1F5D8A"/>
          </a:solidFill>
          <a:ln w="12700">
            <a:solidFill>
              <a:srgbClr val="1F5D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Cold-start problem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don't come without companies; companies don't come without students. Likely need to seed one side manually.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21031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2103120"/>
            <a:ext cx="4114800" cy="73152"/>
          </a:xfrm>
          <a:prstGeom prst="rect">
            <a:avLst/>
          </a:prstGeom>
          <a:solidFill>
            <a:srgbClr val="1F5D8A"/>
          </a:solidFill>
          <a:ln w="12700">
            <a:solidFill>
              <a:srgbClr val="1F5D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gap for SMBs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606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¥500K on success still requires a signed agreement and invoicing. Less friction than subscriptions, but not zero.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337560"/>
            <a:ext cx="4114800" cy="73152"/>
          </a:xfrm>
          <a:prstGeom prst="rect">
            <a:avLst/>
          </a:prstGeom>
          <a:solidFill>
            <a:srgbClr val="1F5D8A"/>
          </a:solidFill>
          <a:ln w="12700">
            <a:solidFill>
              <a:srgbClr val="1F5D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Substitute risk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Mynavi or Rikunabi could add swipe UX. Defensibility comes from serving the underserved segment before they do.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33375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337560"/>
            <a:ext cx="4114800" cy="73152"/>
          </a:xfrm>
          <a:prstGeom prst="rect">
            <a:avLst/>
          </a:prstGeom>
          <a:solidFill>
            <a:srgbClr val="1F5D8A"/>
          </a:solidFill>
          <a:ln w="12700">
            <a:solidFill>
              <a:srgbClr val="1F5D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&amp; data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student resumes and company HR data in Japan has specific compliance requirements (個人情報保護法) that need proper design.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5D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91440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320040" cy="320040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502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JobSwipe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thesis, in one sentence.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for the students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D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platforms ignore.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run the three validation tests in slide 09 over the next 6–8 weeks, then decide whether to invest further effort based on the results.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 ·   Solo builder   ·   JobSwipe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JobSwipe — A matching app for the underserved majority</dc:title>
  <dc:subject>PptxGenJS Presentation</dc:subject>
  <dc:creator>JobSwipe</dc:creator>
  <cp:lastModifiedBy>JobSwipe</cp:lastModifiedBy>
  <cp:revision>1</cp:revision>
  <dcterms:created xsi:type="dcterms:W3CDTF">2026-04-19T03:25:14Z</dcterms:created>
  <dcterms:modified xsi:type="dcterms:W3CDTF">2026-04-19T03:25:14Z</dcterms:modified>
</cp:coreProperties>
</file>